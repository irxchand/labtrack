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F3759"/>
                </a:solidFill>
                <a:latin typeface="Aptos Display"/>
              </a:defRPr>
            </a:pPr>
            <a:r>
              <a:t>DCDS ESE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8080"/>
                </a:solidFill>
              </a:defRPr>
            </a:pPr>
            <a:r>
              <a:t>[PROJECT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505A64"/>
                </a:solidFill>
                <a:latin typeface="Aptos"/>
              </a:defRPr>
            </a:pPr>
            <a:r>
              <a:t>Course: DCDS – ESE Project</a:t>
            </a:r>
          </a:p>
          <a:p>
            <a:pPr>
              <a:spcAft>
                <a:spcPts val="1500"/>
              </a:spcAft>
              <a:defRPr sz="1800">
                <a:solidFill>
                  <a:srgbClr val="505A64"/>
                </a:solidFill>
                <a:latin typeface="Aptos"/>
              </a:defRPr>
            </a:pPr>
            <a:r>
              <a:t>SY Division: [A / B / C]  |  Group No.: [ ]</a:t>
            </a:r>
          </a:p>
          <a:p>
            <a:pPr>
              <a:spcAft>
                <a:spcPts val="1500"/>
              </a:spcAft>
              <a:defRPr sz="1800">
                <a:solidFill>
                  <a:srgbClr val="505A64"/>
                </a:solidFill>
                <a:latin typeface="Aptos"/>
              </a:defRPr>
            </a:pPr>
            <a:r>
              <a:t>Student names and roll numbers: [ ]</a:t>
            </a:r>
          </a:p>
          <a:p>
            <a:pPr>
              <a:spcAft>
                <a:spcPts val="1500"/>
              </a:spcAft>
              <a:defRPr sz="1800">
                <a:solidFill>
                  <a:srgbClr val="505A64"/>
                </a:solidFill>
                <a:latin typeface="Aptos"/>
              </a:defRPr>
            </a:pPr>
            <a:r>
              <a:t>Faculty Guide: [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What problem does the project address?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Why is this problem important?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Who are the intended users/stakeholders?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Objectives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List 3–5 measurable objectives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Define the project scope and key features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Mention assumptions or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System Overview /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Brief description of the proposed system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Main modules and their functions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Add a simple architecture / workflow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Requirements &amp;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Hardware/software requirements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Tools, programming language, DBMS and frameworks used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Briefly justify the technology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Database Design – ER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Insert the ER diagram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Identify entities, attributes, relationships and cardinalities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Explain key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Relational Schema &amp; Normalization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Show relational schema / table structure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Identify primary keys and foreign keys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Explain normalization applied (if applicable)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Implementation &amp; SQL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Show key tables and sample records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Demonstrate important SQL queries / CRUD operations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Include query snippets and brief explanations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Results / Screenshots /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Add readable screenshots of the working system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Show outputs for important use cases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Explain how the results meet the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Testing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List test cases and expected vs. actual results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Mention errors handled and validation rules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Summarize testing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Summarize what was achieved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Mention key learning / contribution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List 2–3 possible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References &amp;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List websites, books, papers or documentation used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Use a consistent citation style</a:t>
            </a:r>
          </a:p>
          <a:p>
            <a:pPr>
              <a:spcAft>
                <a:spcPts val="1500"/>
              </a:spcAft>
              <a:defRPr sz="2100">
                <a:solidFill>
                  <a:srgbClr val="505A64"/>
                </a:solidFill>
                <a:latin typeface="Aptos"/>
              </a:defRPr>
            </a:pPr>
            <a:r>
              <a:t>Thank you –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9"/>
                </a:solidFill>
                <a:latin typeface="Aptos Display"/>
              </a:defRPr>
            </a:pPr>
            <a:r>
              <a:t>Final Submission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505A64"/>
                </a:solidFill>
                <a:latin typeface="Aptos"/>
              </a:defRPr>
            </a:pPr>
            <a:r>
              <a:t>Project report follows the attached report format.</a:t>
            </a:r>
          </a:p>
          <a:p>
            <a:pPr>
              <a:spcAft>
                <a:spcPts val="1500"/>
              </a:spcAft>
              <a:defRPr sz="2000">
                <a:solidFill>
                  <a:srgbClr val="505A64"/>
                </a:solidFill>
                <a:latin typeface="Aptos"/>
              </a:defRPr>
            </a:pPr>
            <a:r>
              <a:t>Final project report uploaded to Moodle before the allotted ESE slot.</a:t>
            </a:r>
          </a:p>
          <a:p>
            <a:pPr>
              <a:spcAft>
                <a:spcPts val="1500"/>
              </a:spcAft>
              <a:defRPr sz="2000">
                <a:solidFill>
                  <a:srgbClr val="505A64"/>
                </a:solidFill>
                <a:latin typeface="Aptos"/>
              </a:defRPr>
            </a:pPr>
            <a:r>
              <a:t>Presentation PPT uploaded to Moodle before the allotted ESE slot.</a:t>
            </a:r>
          </a:p>
          <a:p>
            <a:pPr>
              <a:spcAft>
                <a:spcPts val="1500"/>
              </a:spcAft>
              <a:defRPr sz="2000">
                <a:solidFill>
                  <a:srgbClr val="505A64"/>
                </a:solidFill>
                <a:latin typeface="Aptos"/>
              </a:defRPr>
            </a:pPr>
            <a:r>
              <a:t>ER diagram, schema, sample data and SQL outputs are readable.</a:t>
            </a:r>
          </a:p>
          <a:p>
            <a:pPr>
              <a:spcAft>
                <a:spcPts val="1500"/>
              </a:spcAft>
              <a:defRPr sz="2000">
                <a:solidFill>
                  <a:srgbClr val="505A64"/>
                </a:solidFill>
                <a:latin typeface="Aptos"/>
              </a:defRPr>
            </a:pPr>
            <a:r>
              <a:t>All group members are prepared to explain their individual contribution.</a:t>
            </a:r>
          </a:p>
          <a:p>
            <a:pPr>
              <a:spcAft>
                <a:spcPts val="1500"/>
              </a:spcAft>
              <a:defRPr sz="2000">
                <a:solidFill>
                  <a:srgbClr val="505A64"/>
                </a:solidFill>
                <a:latin typeface="Aptos"/>
              </a:defRPr>
            </a:pPr>
            <a:r>
              <a:t>Keep the presentation concise and rehearse within the allotted 10-minute slot.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DCDS ESE Project Presentation | SY Div A/B/C                                      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